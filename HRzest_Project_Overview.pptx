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2011680"/>
            <a:ext cx="137160" cy="29260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82880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HRzest.com</a:t>
            </a:r>
          </a:p>
          <a:p>
            <a:pPr>
              <a:defRPr sz="2200">
                <a:solidFill>
                  <a:srgbClr val="93C5FD"/>
                </a:solidFill>
              </a:defRPr>
            </a:pPr>
            <a:r>
              <a:t>Enterprise Human Resources &amp; Attendance Management System</a:t>
            </a:r>
          </a:p>
          <a:p>
            <a:br/>
            <a:pPr>
              <a:defRPr sz="1600">
                <a:solidFill>
                  <a:srgbClr val="64748B"/>
                </a:solidFill>
              </a:defRPr>
            </a:pPr>
            <a:r>
              <a:t>Full Technical Details, Features, Security &amp; Architectural Highlights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93C5FD"/>
                </a:solidFill>
              </a:defRPr>
            </a:pPr>
            <a:r>
              <a:t>HRZEST.COM PLATFORM OVERVIEW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Executive Summary &amp; Core Value Proposition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63040"/>
            <a:ext cx="4876495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800" b="1">
                <a:solidFill>
                  <a:srgbClr val="1E3A8A"/>
                </a:solidFill>
              </a:defRPr>
            </a:pPr>
            <a:r>
              <a:t>● Unified Authentication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Single login portal (/login) with automatic credential-based redirection for Admins and Employees.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463040"/>
            <a:ext cx="4876495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800" b="1">
                <a:solidFill>
                  <a:srgbClr val="1E3A8A"/>
                </a:solidFill>
              </a:defRPr>
            </a:pPr>
            <a:r>
              <a:t>● AI &amp; Smart Attendance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Face recognition via dlib/OpenCV, GPS geofencing, shift scheduling, and kiosk mode check-ins.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931920"/>
            <a:ext cx="4876495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800" b="1">
                <a:solidFill>
                  <a:srgbClr val="1E3A8A"/>
                </a:solidFill>
              </a:defRPr>
            </a:pPr>
            <a:r>
              <a:t>● Multi-Tenant Architecture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Self-service org onboarding (/create_org) with isolated database schemas (att_&lt;subdomain&gt;).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3931920"/>
            <a:ext cx="4876495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800" b="1">
                <a:solidFill>
                  <a:srgbClr val="1E3A8A"/>
                </a:solidFill>
              </a:defRPr>
            </a:pPr>
            <a:r>
              <a:t>● Enterprise Security &amp; SecOps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256-bit Fernet PII encryption, WebAuthn/TOTP 2FA, WAF rate-limiting, and audit event logs.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93C5FD"/>
                </a:solidFill>
              </a:defRPr>
            </a:pPr>
            <a:r>
              <a:t>HRZEST.COM PLATFORM OVERVIEW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Technology Stack &amp; Architectural Layers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Backend &amp; Web Layer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Python 3.13, Flask 3.1, Werkzeug, Gunicorn (gthread auto-scaled workers), Blueprint modular architecture.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606040"/>
            <a:ext cx="10362895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Database Architecture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PostgreSQL in Production with connection pooling; auto-failsafe Standalone SQLite mode for demo/local execution.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840480"/>
            <a:ext cx="10362895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Frontend &amp; Styling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Vanilla CSS3 design system (Glassmorphism, dark mode), ES6+ JavaScript, HTML5, Tabler icon set.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074920"/>
            <a:ext cx="10362895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Security Infrastructure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Fernet PII payload encryption, PyOTP TOTP 2FA, WebAuthn passkeys, Bcrypt hashing, WAF auto-ban rules.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93C5FD"/>
                </a:solidFill>
              </a:defRPr>
            </a:pPr>
            <a:r>
              <a:t>HRZEST.COM PLATFORM OVERVIEW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Unified Single Login &amp; Role-Based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230575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A8A"/>
                </a:solidFill>
              </a:defRPr>
            </a:pPr>
            <a:r>
              <a:t>1. Single Entry Point</a:t>
            </a:r>
          </a:p>
          <a:p>
            <a:br/>
            <a:pPr>
              <a:defRPr sz="1400">
                <a:solidFill>
                  <a:srgbClr val="1E293B"/>
                </a:solidFill>
              </a:defRPr>
            </a:pPr>
            <a:r>
              <a:t>Visitor accesses http://127.0.0.1:5000/login — a clean, single shared authentication portal.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1828800"/>
            <a:ext cx="3230575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A8A"/>
                </a:solidFill>
              </a:defRPr>
            </a:pPr>
            <a:r>
              <a:t>2. Smart Credential Check</a:t>
            </a:r>
          </a:p>
          <a:p>
            <a:br/>
            <a:pPr>
              <a:defRPr sz="1400">
                <a:solidFill>
                  <a:srgbClr val="1E293B"/>
                </a:solidFill>
              </a:defRPr>
            </a:pPr>
            <a:r>
              <a:t>System evaluates credentials against Admin registry and Employee database automatically.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828800"/>
            <a:ext cx="3230575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A8A"/>
                </a:solidFill>
              </a:defRPr>
            </a:pPr>
            <a:r>
              <a:t>3. Role-Based Redirection</a:t>
            </a:r>
          </a:p>
          <a:p>
            <a:br/>
            <a:pPr>
              <a:defRPr sz="1400">
                <a:solidFill>
                  <a:srgbClr val="1E293B"/>
                </a:solidFill>
              </a:defRPr>
            </a:pPr>
            <a:r>
              <a:t>Admins open Admin Management (/employees)</a:t>
            </a:r>
            <a:br/>
            <a:r>
              <a:t>Employees open Employee Portal (/employee_portal)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93C5FD"/>
                </a:solidFill>
              </a:defRPr>
            </a:pPr>
            <a:r>
              <a:t>HRZEST.COM PLATFORM OVERVIEW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Employee Self-Service Portal (/employee_portal)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63040"/>
            <a:ext cx="3230575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Check-in &amp; Attendance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Real-time check-in/out, AI face verification, GPS geofencing, QR kiosk.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1463040"/>
            <a:ext cx="3230575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Leave &amp; Off-Day Balances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Apply for leaves, track comp-off credits, view holiday calendar &amp; quotas.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63040"/>
            <a:ext cx="3230575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Payslips &amp; Earnings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View monthly salary structure breakdown, tax deductions, PDF payslip export.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840480"/>
            <a:ext cx="3230575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Performance Appraisals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Quarterly ratings, performance reviews, goal tracking &amp; manager comments.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3840480"/>
            <a:ext cx="3230575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Templated Onboarding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Interactive onboarding checklist with due dates and progress tracking.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840480"/>
            <a:ext cx="3230575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Helpdesk Ticketing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Raise internal HR/IT tickets and monitor live status resolution.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93C5FD"/>
                </a:solidFill>
              </a:defRPr>
            </a:pPr>
            <a:r>
              <a:t>HRZEST.COM PLATFORM OVERVIEW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Admin Operations, Multi-Tenancy &amp; Razorpay Billing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Admin Management (/employees)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Employee directory, bulk CSV imports, shift/break configs, document management, and RBAC control.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606040"/>
            <a:ext cx="10362895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Multi-Tenant Self-Service (/create_org)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Open tenant registration provisioning isolated database schemas (att_&lt;subdomain&gt;) dynamically.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840480"/>
            <a:ext cx="10362895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Razorpay Subscription Billing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Metered plan tiers (Basic, Medium, Prime) with automated order creation, signature verification &amp; seat limits.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074920"/>
            <a:ext cx="10362895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DevOps &amp; Cloud Hosting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Containerized with Docker/Nginx, production Gunicorn worker tuning, and full AWS EC2/App Runner deployment scripts.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HRzest.com Platform Highlights Summary</a:t>
            </a:r>
          </a:p>
          <a:p>
            <a:br/>
            <a:pPr>
              <a:defRPr sz="1800">
                <a:solidFill>
                  <a:srgbClr val="E2E8F0"/>
                </a:solidFill>
              </a:defRPr>
            </a:pPr>
            <a:r>
              <a:t>✅ Unified single login portal (/login) with role-based routing</a:t>
            </a:r>
            <a:br/>
            <a:r>
              <a:t>✅ High-performance Flask backend with PostgreSQL &amp; SQLite auto-failover</a:t>
            </a:r>
            <a:br/>
            <a:r>
              <a:t>✅ Full employee self-service portal (attendance, leaves, payroll, tickets)</a:t>
            </a:r>
            <a:br/>
            <a:r>
              <a:t>✅ Bank-grade PII encryption, WebAuthn biometrics &amp; SecOps logging</a:t>
            </a:r>
            <a:br/>
            <a:r>
              <a:t>✅ Production-ready Docker containerization &amp; AWS deployment setup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